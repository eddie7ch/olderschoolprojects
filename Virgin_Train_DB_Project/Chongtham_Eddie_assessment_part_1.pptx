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74" r:id="rId5"/>
    <p:sldId id="269" r:id="rId6"/>
    <p:sldId id="272" r:id="rId7"/>
    <p:sldId id="273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15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FB3580-83B1-486A-B489-6F35CFD6F7DD}" type="doc">
      <dgm:prSet loTypeId="urn:microsoft.com/office/officeart/2005/8/layout/hierarchy1" loCatId="hierarchy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F1FBAA37-FA25-46EE-A387-376167E67FD4}">
      <dgm:prSet/>
      <dgm:spPr/>
      <dgm:t>
        <a:bodyPr/>
        <a:lstStyle/>
        <a:p>
          <a:r>
            <a:rPr lang="en-US" dirty="0"/>
            <a:t>Name: Eddie Chongtham</a:t>
          </a:r>
        </a:p>
      </dgm:t>
    </dgm:pt>
    <dgm:pt modelId="{BB193615-16B4-44F7-86D0-927A87B89D21}" type="parTrans" cxnId="{DAC8862C-D460-4954-AD22-06F2BE32B7EF}">
      <dgm:prSet/>
      <dgm:spPr/>
      <dgm:t>
        <a:bodyPr/>
        <a:lstStyle/>
        <a:p>
          <a:endParaRPr lang="en-US"/>
        </a:p>
      </dgm:t>
    </dgm:pt>
    <dgm:pt modelId="{CBBF5ECD-B2A9-407C-ADA5-692251C9E2C3}" type="sibTrans" cxnId="{DAC8862C-D460-4954-AD22-06F2BE32B7EF}">
      <dgm:prSet/>
      <dgm:spPr/>
      <dgm:t>
        <a:bodyPr/>
        <a:lstStyle/>
        <a:p>
          <a:endParaRPr lang="en-US"/>
        </a:p>
      </dgm:t>
    </dgm:pt>
    <dgm:pt modelId="{73B4344A-F7B1-41D4-A5A8-DA43F8D5EA24}">
      <dgm:prSet/>
      <dgm:spPr/>
      <dgm:t>
        <a:bodyPr/>
        <a:lstStyle/>
        <a:p>
          <a:r>
            <a:rPr lang="en-US" dirty="0"/>
            <a:t>Date: [</a:t>
          </a:r>
          <a:r>
            <a:rPr lang="en-CA" b="0" i="0" dirty="0"/>
            <a:t>October 29, 2025</a:t>
          </a:r>
          <a:r>
            <a:rPr lang="en-US" dirty="0"/>
            <a:t>]</a:t>
          </a:r>
        </a:p>
      </dgm:t>
    </dgm:pt>
    <dgm:pt modelId="{6E576A21-9F86-476D-B439-A5596F3C62F8}" type="parTrans" cxnId="{9C5B3FDD-AF83-4CF0-BB65-D1FE34875794}">
      <dgm:prSet/>
      <dgm:spPr/>
      <dgm:t>
        <a:bodyPr/>
        <a:lstStyle/>
        <a:p>
          <a:endParaRPr lang="en-US"/>
        </a:p>
      </dgm:t>
    </dgm:pt>
    <dgm:pt modelId="{8AB9EA17-CCA1-4138-944A-323CD90BE2F8}" type="sibTrans" cxnId="{9C5B3FDD-AF83-4CF0-BB65-D1FE34875794}">
      <dgm:prSet/>
      <dgm:spPr/>
      <dgm:t>
        <a:bodyPr/>
        <a:lstStyle/>
        <a:p>
          <a:endParaRPr lang="en-US"/>
        </a:p>
      </dgm:t>
    </dgm:pt>
    <dgm:pt modelId="{73035E0C-1BFE-4B25-8C0A-B1CE2338A031}" type="pres">
      <dgm:prSet presAssocID="{D8FB3580-83B1-486A-B489-6F35CFD6F7D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702DD30-1BE6-4FB8-9EE0-C74E2B21B2B1}" type="pres">
      <dgm:prSet presAssocID="{F1FBAA37-FA25-46EE-A387-376167E67FD4}" presName="hierRoot1" presStyleCnt="0"/>
      <dgm:spPr/>
    </dgm:pt>
    <dgm:pt modelId="{A9A87D35-BF7B-40D5-9DFE-56D04CDB57DC}" type="pres">
      <dgm:prSet presAssocID="{F1FBAA37-FA25-46EE-A387-376167E67FD4}" presName="composite" presStyleCnt="0"/>
      <dgm:spPr/>
    </dgm:pt>
    <dgm:pt modelId="{B563ACF3-076D-4A05-B94E-42C67AD1AEC2}" type="pres">
      <dgm:prSet presAssocID="{F1FBAA37-FA25-46EE-A387-376167E67FD4}" presName="background" presStyleLbl="node0" presStyleIdx="0" presStyleCnt="2"/>
      <dgm:spPr/>
    </dgm:pt>
    <dgm:pt modelId="{0527025D-9F7D-45C0-B473-56267AF6919C}" type="pres">
      <dgm:prSet presAssocID="{F1FBAA37-FA25-46EE-A387-376167E67FD4}" presName="text" presStyleLbl="fgAcc0" presStyleIdx="0" presStyleCnt="2">
        <dgm:presLayoutVars>
          <dgm:chPref val="3"/>
        </dgm:presLayoutVars>
      </dgm:prSet>
      <dgm:spPr/>
    </dgm:pt>
    <dgm:pt modelId="{F72535F5-7BD7-4724-A5A9-3315E79E7BBE}" type="pres">
      <dgm:prSet presAssocID="{F1FBAA37-FA25-46EE-A387-376167E67FD4}" presName="hierChild2" presStyleCnt="0"/>
      <dgm:spPr/>
    </dgm:pt>
    <dgm:pt modelId="{C7A80C4B-0132-474A-9247-BBAC33D0FC66}" type="pres">
      <dgm:prSet presAssocID="{73B4344A-F7B1-41D4-A5A8-DA43F8D5EA24}" presName="hierRoot1" presStyleCnt="0"/>
      <dgm:spPr/>
    </dgm:pt>
    <dgm:pt modelId="{DACEDE64-D600-42CC-B52C-5C4BED8C1D5E}" type="pres">
      <dgm:prSet presAssocID="{73B4344A-F7B1-41D4-A5A8-DA43F8D5EA24}" presName="composite" presStyleCnt="0"/>
      <dgm:spPr/>
    </dgm:pt>
    <dgm:pt modelId="{2AD66BFB-B309-4026-A72B-20ED9C2A0AE2}" type="pres">
      <dgm:prSet presAssocID="{73B4344A-F7B1-41D4-A5A8-DA43F8D5EA24}" presName="background" presStyleLbl="node0" presStyleIdx="1" presStyleCnt="2"/>
      <dgm:spPr/>
    </dgm:pt>
    <dgm:pt modelId="{A029D6A6-9BFA-4B18-A00D-EF7AD439C2EB}" type="pres">
      <dgm:prSet presAssocID="{73B4344A-F7B1-41D4-A5A8-DA43F8D5EA24}" presName="text" presStyleLbl="fgAcc0" presStyleIdx="1" presStyleCnt="2">
        <dgm:presLayoutVars>
          <dgm:chPref val="3"/>
        </dgm:presLayoutVars>
      </dgm:prSet>
      <dgm:spPr/>
    </dgm:pt>
    <dgm:pt modelId="{396D53A0-2505-46AD-85CB-78B6708F1B27}" type="pres">
      <dgm:prSet presAssocID="{73B4344A-F7B1-41D4-A5A8-DA43F8D5EA24}" presName="hierChild2" presStyleCnt="0"/>
      <dgm:spPr/>
    </dgm:pt>
  </dgm:ptLst>
  <dgm:cxnLst>
    <dgm:cxn modelId="{DAC8862C-D460-4954-AD22-06F2BE32B7EF}" srcId="{D8FB3580-83B1-486A-B489-6F35CFD6F7DD}" destId="{F1FBAA37-FA25-46EE-A387-376167E67FD4}" srcOrd="0" destOrd="0" parTransId="{BB193615-16B4-44F7-86D0-927A87B89D21}" sibTransId="{CBBF5ECD-B2A9-407C-ADA5-692251C9E2C3}"/>
    <dgm:cxn modelId="{CCF0DB7B-E521-4A9A-BB5E-41E1F27CD128}" type="presOf" srcId="{F1FBAA37-FA25-46EE-A387-376167E67FD4}" destId="{0527025D-9F7D-45C0-B473-56267AF6919C}" srcOrd="0" destOrd="0" presId="urn:microsoft.com/office/officeart/2005/8/layout/hierarchy1"/>
    <dgm:cxn modelId="{58E018A7-FD66-4FC8-B0AF-D9716D031241}" type="presOf" srcId="{D8FB3580-83B1-486A-B489-6F35CFD6F7DD}" destId="{73035E0C-1BFE-4B25-8C0A-B1CE2338A031}" srcOrd="0" destOrd="0" presId="urn:microsoft.com/office/officeart/2005/8/layout/hierarchy1"/>
    <dgm:cxn modelId="{D23B05CF-4E42-4A9A-A7C0-1E0E04700079}" type="presOf" srcId="{73B4344A-F7B1-41D4-A5A8-DA43F8D5EA24}" destId="{A029D6A6-9BFA-4B18-A00D-EF7AD439C2EB}" srcOrd="0" destOrd="0" presId="urn:microsoft.com/office/officeart/2005/8/layout/hierarchy1"/>
    <dgm:cxn modelId="{9C5B3FDD-AF83-4CF0-BB65-D1FE34875794}" srcId="{D8FB3580-83B1-486A-B489-6F35CFD6F7DD}" destId="{73B4344A-F7B1-41D4-A5A8-DA43F8D5EA24}" srcOrd="1" destOrd="0" parTransId="{6E576A21-9F86-476D-B439-A5596F3C62F8}" sibTransId="{8AB9EA17-CCA1-4138-944A-323CD90BE2F8}"/>
    <dgm:cxn modelId="{AC7BD84B-1410-4F1B-A763-2230DE687B01}" type="presParOf" srcId="{73035E0C-1BFE-4B25-8C0A-B1CE2338A031}" destId="{7702DD30-1BE6-4FB8-9EE0-C74E2B21B2B1}" srcOrd="0" destOrd="0" presId="urn:microsoft.com/office/officeart/2005/8/layout/hierarchy1"/>
    <dgm:cxn modelId="{CCDA8EC5-BB70-4632-B062-F4DD015C2C83}" type="presParOf" srcId="{7702DD30-1BE6-4FB8-9EE0-C74E2B21B2B1}" destId="{A9A87D35-BF7B-40D5-9DFE-56D04CDB57DC}" srcOrd="0" destOrd="0" presId="urn:microsoft.com/office/officeart/2005/8/layout/hierarchy1"/>
    <dgm:cxn modelId="{A1B84EB5-49EA-4D63-A4DD-CB31A1D1795D}" type="presParOf" srcId="{A9A87D35-BF7B-40D5-9DFE-56D04CDB57DC}" destId="{B563ACF3-076D-4A05-B94E-42C67AD1AEC2}" srcOrd="0" destOrd="0" presId="urn:microsoft.com/office/officeart/2005/8/layout/hierarchy1"/>
    <dgm:cxn modelId="{D21C60B2-D9D4-46B6-B4A3-C5113B6B2DF0}" type="presParOf" srcId="{A9A87D35-BF7B-40D5-9DFE-56D04CDB57DC}" destId="{0527025D-9F7D-45C0-B473-56267AF6919C}" srcOrd="1" destOrd="0" presId="urn:microsoft.com/office/officeart/2005/8/layout/hierarchy1"/>
    <dgm:cxn modelId="{6CC2553E-F026-4671-AA74-3BF7A08077C3}" type="presParOf" srcId="{7702DD30-1BE6-4FB8-9EE0-C74E2B21B2B1}" destId="{F72535F5-7BD7-4724-A5A9-3315E79E7BBE}" srcOrd="1" destOrd="0" presId="urn:microsoft.com/office/officeart/2005/8/layout/hierarchy1"/>
    <dgm:cxn modelId="{B3B7189C-A809-479A-A900-8E991DD49245}" type="presParOf" srcId="{73035E0C-1BFE-4B25-8C0A-B1CE2338A031}" destId="{C7A80C4B-0132-474A-9247-BBAC33D0FC66}" srcOrd="1" destOrd="0" presId="urn:microsoft.com/office/officeart/2005/8/layout/hierarchy1"/>
    <dgm:cxn modelId="{6344CBA9-848E-4F32-93FB-18696CE78F03}" type="presParOf" srcId="{C7A80C4B-0132-474A-9247-BBAC33D0FC66}" destId="{DACEDE64-D600-42CC-B52C-5C4BED8C1D5E}" srcOrd="0" destOrd="0" presId="urn:microsoft.com/office/officeart/2005/8/layout/hierarchy1"/>
    <dgm:cxn modelId="{57298803-A21E-46E4-9F8A-50020F136C54}" type="presParOf" srcId="{DACEDE64-D600-42CC-B52C-5C4BED8C1D5E}" destId="{2AD66BFB-B309-4026-A72B-20ED9C2A0AE2}" srcOrd="0" destOrd="0" presId="urn:microsoft.com/office/officeart/2005/8/layout/hierarchy1"/>
    <dgm:cxn modelId="{3016D5BD-0415-4CE5-91F5-94453DD4947A}" type="presParOf" srcId="{DACEDE64-D600-42CC-B52C-5C4BED8C1D5E}" destId="{A029D6A6-9BFA-4B18-A00D-EF7AD439C2EB}" srcOrd="1" destOrd="0" presId="urn:microsoft.com/office/officeart/2005/8/layout/hierarchy1"/>
    <dgm:cxn modelId="{80B4AEF1-E539-4C04-9F9E-576A51CEDA15}" type="presParOf" srcId="{C7A80C4B-0132-474A-9247-BBAC33D0FC66}" destId="{396D53A0-2505-46AD-85CB-78B6708F1B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7DE9A0-3390-4732-AAF7-9C14A0B1E389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2BD45C7-26AF-41B0-B3E1-51487956658D}">
      <dgm:prSet/>
      <dgm:spPr/>
      <dgm:t>
        <a:bodyPr/>
        <a:lstStyle/>
        <a:p>
          <a:r>
            <a:rPr lang="en-US" dirty="0"/>
            <a:t>• Database built with PK/FK constraints.</a:t>
          </a:r>
        </a:p>
      </dgm:t>
    </dgm:pt>
    <dgm:pt modelId="{11FA1A25-0838-4422-9964-F12E103AC1B2}" type="parTrans" cxnId="{87430323-0ACF-4CB6-804C-ACEB2EA1C940}">
      <dgm:prSet/>
      <dgm:spPr/>
      <dgm:t>
        <a:bodyPr/>
        <a:lstStyle/>
        <a:p>
          <a:endParaRPr lang="en-US"/>
        </a:p>
      </dgm:t>
    </dgm:pt>
    <dgm:pt modelId="{16EE65DD-4E0F-4633-9912-E926D775572F}" type="sibTrans" cxnId="{87430323-0ACF-4CB6-804C-ACEB2EA1C940}">
      <dgm:prSet/>
      <dgm:spPr/>
      <dgm:t>
        <a:bodyPr/>
        <a:lstStyle/>
        <a:p>
          <a:endParaRPr lang="en-US"/>
        </a:p>
      </dgm:t>
    </dgm:pt>
    <dgm:pt modelId="{EAF59938-66F1-4BBF-9421-EB2FACCF6A4D}">
      <dgm:prSet/>
      <dgm:spPr/>
      <dgm:t>
        <a:bodyPr/>
        <a:lstStyle/>
        <a:p>
          <a:r>
            <a:rPr lang="en-US" dirty="0"/>
            <a:t>• ERD shows clear relationships between entities.</a:t>
          </a:r>
        </a:p>
      </dgm:t>
    </dgm:pt>
    <dgm:pt modelId="{D21708BE-4543-4114-BC76-45208C6BB094}" type="parTrans" cxnId="{AB94A5B8-F94E-4157-A5CC-70B44992F1CB}">
      <dgm:prSet/>
      <dgm:spPr/>
      <dgm:t>
        <a:bodyPr/>
        <a:lstStyle/>
        <a:p>
          <a:endParaRPr lang="en-US"/>
        </a:p>
      </dgm:t>
    </dgm:pt>
    <dgm:pt modelId="{ABBF0555-C4CA-4E96-ACBF-954734540415}" type="sibTrans" cxnId="{AB94A5B8-F94E-4157-A5CC-70B44992F1CB}">
      <dgm:prSet/>
      <dgm:spPr/>
      <dgm:t>
        <a:bodyPr/>
        <a:lstStyle/>
        <a:p>
          <a:endParaRPr lang="en-US"/>
        </a:p>
      </dgm:t>
    </dgm:pt>
    <dgm:pt modelId="{04069BE4-2C77-4589-97C5-AD9BC736414F}">
      <dgm:prSet/>
      <dgm:spPr/>
      <dgm:t>
        <a:bodyPr/>
        <a:lstStyle/>
        <a:p>
          <a:r>
            <a:rPr lang="en-US" dirty="0"/>
            <a:t>• Queries demonstrate joins, aggregates, and business insights.</a:t>
          </a:r>
        </a:p>
      </dgm:t>
    </dgm:pt>
    <dgm:pt modelId="{6F92004E-8A95-40F7-B8DE-017641B087C6}" type="parTrans" cxnId="{DD72F09C-3FE1-43F9-9A65-2EFDA42C75AA}">
      <dgm:prSet/>
      <dgm:spPr/>
      <dgm:t>
        <a:bodyPr/>
        <a:lstStyle/>
        <a:p>
          <a:endParaRPr lang="en-US"/>
        </a:p>
      </dgm:t>
    </dgm:pt>
    <dgm:pt modelId="{65B7757B-993A-4573-9019-DBD2BD57A19B}" type="sibTrans" cxnId="{DD72F09C-3FE1-43F9-9A65-2EFDA42C75AA}">
      <dgm:prSet/>
      <dgm:spPr/>
      <dgm:t>
        <a:bodyPr/>
        <a:lstStyle/>
        <a:p>
          <a:endParaRPr lang="en-US"/>
        </a:p>
      </dgm:t>
    </dgm:pt>
    <dgm:pt modelId="{8881DD64-7AC0-47FA-87BE-2C55321166D1}">
      <dgm:prSet/>
      <dgm:spPr/>
      <dgm:t>
        <a:bodyPr/>
        <a:lstStyle/>
        <a:p>
          <a:r>
            <a:rPr lang="en-US" dirty="0"/>
            <a:t>• Costs stored in GBP with two decimals for accuracy.</a:t>
          </a:r>
        </a:p>
      </dgm:t>
    </dgm:pt>
    <dgm:pt modelId="{937701E1-FAC0-4E13-9296-2CE0BF988E9C}" type="parTrans" cxnId="{B91B6DDF-D0A7-4BD0-BA55-0F122DBF6768}">
      <dgm:prSet/>
      <dgm:spPr/>
      <dgm:t>
        <a:bodyPr/>
        <a:lstStyle/>
        <a:p>
          <a:endParaRPr lang="en-US"/>
        </a:p>
      </dgm:t>
    </dgm:pt>
    <dgm:pt modelId="{8DEA45C6-1ED3-4460-BE5E-009D1CBA5CC1}" type="sibTrans" cxnId="{B91B6DDF-D0A7-4BD0-BA55-0F122DBF6768}">
      <dgm:prSet/>
      <dgm:spPr/>
      <dgm:t>
        <a:bodyPr/>
        <a:lstStyle/>
        <a:p>
          <a:endParaRPr lang="en-US"/>
        </a:p>
      </dgm:t>
    </dgm:pt>
    <dgm:pt modelId="{98BB97C2-4CDC-44DE-A918-937D86C3EBD2}" type="pres">
      <dgm:prSet presAssocID="{817DE9A0-3390-4732-AAF7-9C14A0B1E389}" presName="vert0" presStyleCnt="0">
        <dgm:presLayoutVars>
          <dgm:dir/>
          <dgm:animOne val="branch"/>
          <dgm:animLvl val="lvl"/>
        </dgm:presLayoutVars>
      </dgm:prSet>
      <dgm:spPr/>
    </dgm:pt>
    <dgm:pt modelId="{A20AF3A4-800D-4293-91E4-BAAD4A6F17FE}" type="pres">
      <dgm:prSet presAssocID="{52BD45C7-26AF-41B0-B3E1-51487956658D}" presName="thickLine" presStyleLbl="alignNode1" presStyleIdx="0" presStyleCnt="4"/>
      <dgm:spPr/>
    </dgm:pt>
    <dgm:pt modelId="{1CCF3C21-7D28-451B-8FE2-E52426EFCC29}" type="pres">
      <dgm:prSet presAssocID="{52BD45C7-26AF-41B0-B3E1-51487956658D}" presName="horz1" presStyleCnt="0"/>
      <dgm:spPr/>
    </dgm:pt>
    <dgm:pt modelId="{71A40814-7F8D-4090-A259-796376F10529}" type="pres">
      <dgm:prSet presAssocID="{52BD45C7-26AF-41B0-B3E1-51487956658D}" presName="tx1" presStyleLbl="revTx" presStyleIdx="0" presStyleCnt="4"/>
      <dgm:spPr/>
    </dgm:pt>
    <dgm:pt modelId="{60D66C0E-BB51-440F-80A6-43C90B0174BD}" type="pres">
      <dgm:prSet presAssocID="{52BD45C7-26AF-41B0-B3E1-51487956658D}" presName="vert1" presStyleCnt="0"/>
      <dgm:spPr/>
    </dgm:pt>
    <dgm:pt modelId="{52EAFEF5-C042-451C-B8E5-24BBBB6EBE81}" type="pres">
      <dgm:prSet presAssocID="{EAF59938-66F1-4BBF-9421-EB2FACCF6A4D}" presName="thickLine" presStyleLbl="alignNode1" presStyleIdx="1" presStyleCnt="4"/>
      <dgm:spPr/>
    </dgm:pt>
    <dgm:pt modelId="{6F407780-6ABA-4175-BB26-94554DC043E4}" type="pres">
      <dgm:prSet presAssocID="{EAF59938-66F1-4BBF-9421-EB2FACCF6A4D}" presName="horz1" presStyleCnt="0"/>
      <dgm:spPr/>
    </dgm:pt>
    <dgm:pt modelId="{3CC10FBB-F177-4CF1-B157-F57F79D26D6F}" type="pres">
      <dgm:prSet presAssocID="{EAF59938-66F1-4BBF-9421-EB2FACCF6A4D}" presName="tx1" presStyleLbl="revTx" presStyleIdx="1" presStyleCnt="4"/>
      <dgm:spPr/>
    </dgm:pt>
    <dgm:pt modelId="{596E5E96-6B04-40B5-9075-FC1C4F07C7BB}" type="pres">
      <dgm:prSet presAssocID="{EAF59938-66F1-4BBF-9421-EB2FACCF6A4D}" presName="vert1" presStyleCnt="0"/>
      <dgm:spPr/>
    </dgm:pt>
    <dgm:pt modelId="{6F9995F9-B548-4F39-A152-E4DA5FACA23F}" type="pres">
      <dgm:prSet presAssocID="{04069BE4-2C77-4589-97C5-AD9BC736414F}" presName="thickLine" presStyleLbl="alignNode1" presStyleIdx="2" presStyleCnt="4"/>
      <dgm:spPr/>
    </dgm:pt>
    <dgm:pt modelId="{EFC77411-CA29-466B-9603-690D75DC9523}" type="pres">
      <dgm:prSet presAssocID="{04069BE4-2C77-4589-97C5-AD9BC736414F}" presName="horz1" presStyleCnt="0"/>
      <dgm:spPr/>
    </dgm:pt>
    <dgm:pt modelId="{9460E511-C3FC-4B47-A24D-122C3FFD4C5D}" type="pres">
      <dgm:prSet presAssocID="{04069BE4-2C77-4589-97C5-AD9BC736414F}" presName="tx1" presStyleLbl="revTx" presStyleIdx="2" presStyleCnt="4"/>
      <dgm:spPr/>
    </dgm:pt>
    <dgm:pt modelId="{42B7ADFD-3180-4CF8-82C3-F2E861242DCB}" type="pres">
      <dgm:prSet presAssocID="{04069BE4-2C77-4589-97C5-AD9BC736414F}" presName="vert1" presStyleCnt="0"/>
      <dgm:spPr/>
    </dgm:pt>
    <dgm:pt modelId="{70196AB0-9091-4A55-861F-41061425F121}" type="pres">
      <dgm:prSet presAssocID="{8881DD64-7AC0-47FA-87BE-2C55321166D1}" presName="thickLine" presStyleLbl="alignNode1" presStyleIdx="3" presStyleCnt="4"/>
      <dgm:spPr/>
    </dgm:pt>
    <dgm:pt modelId="{F6D6F69F-DC84-41C2-82ED-DC0FB2492F2E}" type="pres">
      <dgm:prSet presAssocID="{8881DD64-7AC0-47FA-87BE-2C55321166D1}" presName="horz1" presStyleCnt="0"/>
      <dgm:spPr/>
    </dgm:pt>
    <dgm:pt modelId="{0BCE56F7-0721-4339-B354-4A2C8838AA4D}" type="pres">
      <dgm:prSet presAssocID="{8881DD64-7AC0-47FA-87BE-2C55321166D1}" presName="tx1" presStyleLbl="revTx" presStyleIdx="3" presStyleCnt="4"/>
      <dgm:spPr/>
    </dgm:pt>
    <dgm:pt modelId="{2404963C-3058-4EA9-A66D-6560249633BF}" type="pres">
      <dgm:prSet presAssocID="{8881DD64-7AC0-47FA-87BE-2C55321166D1}" presName="vert1" presStyleCnt="0"/>
      <dgm:spPr/>
    </dgm:pt>
  </dgm:ptLst>
  <dgm:cxnLst>
    <dgm:cxn modelId="{87430323-0ACF-4CB6-804C-ACEB2EA1C940}" srcId="{817DE9A0-3390-4732-AAF7-9C14A0B1E389}" destId="{52BD45C7-26AF-41B0-B3E1-51487956658D}" srcOrd="0" destOrd="0" parTransId="{11FA1A25-0838-4422-9964-F12E103AC1B2}" sibTransId="{16EE65DD-4E0F-4633-9912-E926D775572F}"/>
    <dgm:cxn modelId="{A5F48482-0D60-49F1-AF8C-301D23527E31}" type="presOf" srcId="{52BD45C7-26AF-41B0-B3E1-51487956658D}" destId="{71A40814-7F8D-4090-A259-796376F10529}" srcOrd="0" destOrd="0" presId="urn:microsoft.com/office/officeart/2008/layout/LinedList"/>
    <dgm:cxn modelId="{12227C98-B720-41B2-AA54-71FD896DAA12}" type="presOf" srcId="{EAF59938-66F1-4BBF-9421-EB2FACCF6A4D}" destId="{3CC10FBB-F177-4CF1-B157-F57F79D26D6F}" srcOrd="0" destOrd="0" presId="urn:microsoft.com/office/officeart/2008/layout/LinedList"/>
    <dgm:cxn modelId="{6DDC269A-B4DD-4390-B8E1-638175088446}" type="presOf" srcId="{8881DD64-7AC0-47FA-87BE-2C55321166D1}" destId="{0BCE56F7-0721-4339-B354-4A2C8838AA4D}" srcOrd="0" destOrd="0" presId="urn:microsoft.com/office/officeart/2008/layout/LinedList"/>
    <dgm:cxn modelId="{DD72F09C-3FE1-43F9-9A65-2EFDA42C75AA}" srcId="{817DE9A0-3390-4732-AAF7-9C14A0B1E389}" destId="{04069BE4-2C77-4589-97C5-AD9BC736414F}" srcOrd="2" destOrd="0" parTransId="{6F92004E-8A95-40F7-B8DE-017641B087C6}" sibTransId="{65B7757B-993A-4573-9019-DBD2BD57A19B}"/>
    <dgm:cxn modelId="{AB94A5B8-F94E-4157-A5CC-70B44992F1CB}" srcId="{817DE9A0-3390-4732-AAF7-9C14A0B1E389}" destId="{EAF59938-66F1-4BBF-9421-EB2FACCF6A4D}" srcOrd="1" destOrd="0" parTransId="{D21708BE-4543-4114-BC76-45208C6BB094}" sibTransId="{ABBF0555-C4CA-4E96-ACBF-954734540415}"/>
    <dgm:cxn modelId="{4DE512CB-B86C-4747-BC50-D0F0FEACDFA0}" type="presOf" srcId="{04069BE4-2C77-4589-97C5-AD9BC736414F}" destId="{9460E511-C3FC-4B47-A24D-122C3FFD4C5D}" srcOrd="0" destOrd="0" presId="urn:microsoft.com/office/officeart/2008/layout/LinedList"/>
    <dgm:cxn modelId="{2592EBCD-B915-47AC-A116-A00F0C13E7C1}" type="presOf" srcId="{817DE9A0-3390-4732-AAF7-9C14A0B1E389}" destId="{98BB97C2-4CDC-44DE-A918-937D86C3EBD2}" srcOrd="0" destOrd="0" presId="urn:microsoft.com/office/officeart/2008/layout/LinedList"/>
    <dgm:cxn modelId="{B91B6DDF-D0A7-4BD0-BA55-0F122DBF6768}" srcId="{817DE9A0-3390-4732-AAF7-9C14A0B1E389}" destId="{8881DD64-7AC0-47FA-87BE-2C55321166D1}" srcOrd="3" destOrd="0" parTransId="{937701E1-FAC0-4E13-9296-2CE0BF988E9C}" sibTransId="{8DEA45C6-1ED3-4460-BE5E-009D1CBA5CC1}"/>
    <dgm:cxn modelId="{B988F57A-05B7-4F7D-AA1E-88147000A28F}" type="presParOf" srcId="{98BB97C2-4CDC-44DE-A918-937D86C3EBD2}" destId="{A20AF3A4-800D-4293-91E4-BAAD4A6F17FE}" srcOrd="0" destOrd="0" presId="urn:microsoft.com/office/officeart/2008/layout/LinedList"/>
    <dgm:cxn modelId="{9225B6E3-9B34-4F55-A053-9CA20C76D272}" type="presParOf" srcId="{98BB97C2-4CDC-44DE-A918-937D86C3EBD2}" destId="{1CCF3C21-7D28-451B-8FE2-E52426EFCC29}" srcOrd="1" destOrd="0" presId="urn:microsoft.com/office/officeart/2008/layout/LinedList"/>
    <dgm:cxn modelId="{16FF86F6-725B-4D2F-AA0A-2FB4AC58ABC3}" type="presParOf" srcId="{1CCF3C21-7D28-451B-8FE2-E52426EFCC29}" destId="{71A40814-7F8D-4090-A259-796376F10529}" srcOrd="0" destOrd="0" presId="urn:microsoft.com/office/officeart/2008/layout/LinedList"/>
    <dgm:cxn modelId="{A9BCCA61-CE9D-4A98-9A59-FB9E319F701F}" type="presParOf" srcId="{1CCF3C21-7D28-451B-8FE2-E52426EFCC29}" destId="{60D66C0E-BB51-440F-80A6-43C90B0174BD}" srcOrd="1" destOrd="0" presId="urn:microsoft.com/office/officeart/2008/layout/LinedList"/>
    <dgm:cxn modelId="{4F81AC7F-F9DC-4EB1-9B5B-7000C01C8597}" type="presParOf" srcId="{98BB97C2-4CDC-44DE-A918-937D86C3EBD2}" destId="{52EAFEF5-C042-451C-B8E5-24BBBB6EBE81}" srcOrd="2" destOrd="0" presId="urn:microsoft.com/office/officeart/2008/layout/LinedList"/>
    <dgm:cxn modelId="{48F42525-B16D-43A5-8714-55CC761B06CD}" type="presParOf" srcId="{98BB97C2-4CDC-44DE-A918-937D86C3EBD2}" destId="{6F407780-6ABA-4175-BB26-94554DC043E4}" srcOrd="3" destOrd="0" presId="urn:microsoft.com/office/officeart/2008/layout/LinedList"/>
    <dgm:cxn modelId="{C24DA943-2476-4896-9832-C29101C8A2FC}" type="presParOf" srcId="{6F407780-6ABA-4175-BB26-94554DC043E4}" destId="{3CC10FBB-F177-4CF1-B157-F57F79D26D6F}" srcOrd="0" destOrd="0" presId="urn:microsoft.com/office/officeart/2008/layout/LinedList"/>
    <dgm:cxn modelId="{EB958A2C-21F2-47E3-9FE5-12A3E7E0C87F}" type="presParOf" srcId="{6F407780-6ABA-4175-BB26-94554DC043E4}" destId="{596E5E96-6B04-40B5-9075-FC1C4F07C7BB}" srcOrd="1" destOrd="0" presId="urn:microsoft.com/office/officeart/2008/layout/LinedList"/>
    <dgm:cxn modelId="{B2817E80-C04A-4333-A05E-85714024743F}" type="presParOf" srcId="{98BB97C2-4CDC-44DE-A918-937D86C3EBD2}" destId="{6F9995F9-B548-4F39-A152-E4DA5FACA23F}" srcOrd="4" destOrd="0" presId="urn:microsoft.com/office/officeart/2008/layout/LinedList"/>
    <dgm:cxn modelId="{B985C525-4B68-4575-AB6A-7F7F540BF55A}" type="presParOf" srcId="{98BB97C2-4CDC-44DE-A918-937D86C3EBD2}" destId="{EFC77411-CA29-466B-9603-690D75DC9523}" srcOrd="5" destOrd="0" presId="urn:microsoft.com/office/officeart/2008/layout/LinedList"/>
    <dgm:cxn modelId="{6D50548B-0154-4FB7-8C4E-1F704593FCA8}" type="presParOf" srcId="{EFC77411-CA29-466B-9603-690D75DC9523}" destId="{9460E511-C3FC-4B47-A24D-122C3FFD4C5D}" srcOrd="0" destOrd="0" presId="urn:microsoft.com/office/officeart/2008/layout/LinedList"/>
    <dgm:cxn modelId="{45470210-1EC1-4C06-ABE6-5DB6CACD77BC}" type="presParOf" srcId="{EFC77411-CA29-466B-9603-690D75DC9523}" destId="{42B7ADFD-3180-4CF8-82C3-F2E861242DCB}" srcOrd="1" destOrd="0" presId="urn:microsoft.com/office/officeart/2008/layout/LinedList"/>
    <dgm:cxn modelId="{82700048-5517-4F22-8F2C-DE1A7D7847A7}" type="presParOf" srcId="{98BB97C2-4CDC-44DE-A918-937D86C3EBD2}" destId="{70196AB0-9091-4A55-861F-41061425F121}" srcOrd="6" destOrd="0" presId="urn:microsoft.com/office/officeart/2008/layout/LinedList"/>
    <dgm:cxn modelId="{7795A825-8E95-40E2-ABCC-15E5C7DE8A90}" type="presParOf" srcId="{98BB97C2-4CDC-44DE-A918-937D86C3EBD2}" destId="{F6D6F69F-DC84-41C2-82ED-DC0FB2492F2E}" srcOrd="7" destOrd="0" presId="urn:microsoft.com/office/officeart/2008/layout/LinedList"/>
    <dgm:cxn modelId="{1A40BF65-1E40-423F-99ED-83D85DF96CAA}" type="presParOf" srcId="{F6D6F69F-DC84-41C2-82ED-DC0FB2492F2E}" destId="{0BCE56F7-0721-4339-B354-4A2C8838AA4D}" srcOrd="0" destOrd="0" presId="urn:microsoft.com/office/officeart/2008/layout/LinedList"/>
    <dgm:cxn modelId="{7CE96EB2-B882-4817-BFD4-42AF61E3905C}" type="presParOf" srcId="{F6D6F69F-DC84-41C2-82ED-DC0FB2492F2E}" destId="{2404963C-3058-4EA9-A66D-6560249633B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63ACF3-076D-4A05-B94E-42C67AD1AEC2}">
      <dsp:nvSpPr>
        <dsp:cNvPr id="0" name=""/>
        <dsp:cNvSpPr/>
      </dsp:nvSpPr>
      <dsp:spPr>
        <a:xfrm>
          <a:off x="610" y="1933681"/>
          <a:ext cx="2142387" cy="1360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527025D-9F7D-45C0-B473-56267AF6919C}">
      <dsp:nvSpPr>
        <dsp:cNvPr id="0" name=""/>
        <dsp:cNvSpPr/>
      </dsp:nvSpPr>
      <dsp:spPr>
        <a:xfrm>
          <a:off x="238653" y="2159822"/>
          <a:ext cx="2142387" cy="13604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Name: Eddie Chongtham</a:t>
          </a:r>
        </a:p>
      </dsp:txBody>
      <dsp:txXfrm>
        <a:off x="278498" y="2199667"/>
        <a:ext cx="2062697" cy="1280725"/>
      </dsp:txXfrm>
    </dsp:sp>
    <dsp:sp modelId="{2AD66BFB-B309-4026-A72B-20ED9C2A0AE2}">
      <dsp:nvSpPr>
        <dsp:cNvPr id="0" name=""/>
        <dsp:cNvSpPr/>
      </dsp:nvSpPr>
      <dsp:spPr>
        <a:xfrm>
          <a:off x="2619083" y="1933681"/>
          <a:ext cx="2142387" cy="136041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29D6A6-9BFA-4B18-A00D-EF7AD439C2EB}">
      <dsp:nvSpPr>
        <dsp:cNvPr id="0" name=""/>
        <dsp:cNvSpPr/>
      </dsp:nvSpPr>
      <dsp:spPr>
        <a:xfrm>
          <a:off x="2857126" y="2159822"/>
          <a:ext cx="2142387" cy="13604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Date: [</a:t>
          </a:r>
          <a:r>
            <a:rPr lang="en-CA" sz="2500" b="0" i="0" kern="1200" dirty="0"/>
            <a:t>October 29, 2025</a:t>
          </a:r>
          <a:r>
            <a:rPr lang="en-US" sz="2500" kern="1200" dirty="0"/>
            <a:t>]</a:t>
          </a:r>
        </a:p>
      </dsp:txBody>
      <dsp:txXfrm>
        <a:off x="2896971" y="2199667"/>
        <a:ext cx="2062697" cy="12807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AF3A4-800D-4293-91E4-BAAD4A6F17FE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1A40814-7F8D-4090-A259-796376F10529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Database built with PK/FK constraints.</a:t>
          </a:r>
        </a:p>
      </dsp:txBody>
      <dsp:txXfrm>
        <a:off x="0" y="0"/>
        <a:ext cx="5000124" cy="1363480"/>
      </dsp:txXfrm>
    </dsp:sp>
    <dsp:sp modelId="{52EAFEF5-C042-451C-B8E5-24BBBB6EBE81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CC10FBB-F177-4CF1-B157-F57F79D26D6F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ERD shows clear relationships between entities.</a:t>
          </a:r>
        </a:p>
      </dsp:txBody>
      <dsp:txXfrm>
        <a:off x="0" y="1363480"/>
        <a:ext cx="5000124" cy="1363480"/>
      </dsp:txXfrm>
    </dsp:sp>
    <dsp:sp modelId="{6F9995F9-B548-4F39-A152-E4DA5FACA23F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60E511-C3FC-4B47-A24D-122C3FFD4C5D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Queries demonstrate joins, aggregates, and business insights.</a:t>
          </a:r>
        </a:p>
      </dsp:txBody>
      <dsp:txXfrm>
        <a:off x="0" y="2726960"/>
        <a:ext cx="5000124" cy="1363480"/>
      </dsp:txXfrm>
    </dsp:sp>
    <dsp:sp modelId="{70196AB0-9091-4A55-861F-41061425F121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CE56F7-0721-4339-B354-4A2C8838AA4D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• Costs stored in GBP with two decimals for accuracy.</a:t>
          </a:r>
        </a:p>
      </dsp:txBody>
      <dsp:txXfrm>
        <a:off x="0" y="4090440"/>
        <a:ext cx="5000124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7CBFC-85D3-396D-49E7-B683BE3A2AC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827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CA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1382">
              <a:srgbClr val="BEC0AE"/>
            </a:gs>
            <a:gs pos="27000">
              <a:schemeClr val="bg2">
                <a:lumMod val="75000"/>
              </a:schemeClr>
            </a:gs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r>
              <a:rPr lang="fr-FR" sz="2500">
                <a:solidFill>
                  <a:srgbClr val="FFFFFF"/>
                </a:solidFill>
              </a:rPr>
              <a:t>Virgin_Train_DB Project </a:t>
            </a:r>
            <a:endParaRPr lang="fr-FR" sz="25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988D71-DDD5-DB7E-432F-89B1E6CFB1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4790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Entity Relationship Diagram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FCAFDD-71D9-CB3E-1395-C7B80832E702}"/>
              </a:ext>
            </a:extLst>
          </p:cNvPr>
          <p:cNvSpPr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ERD showing PK/FK relationships and connector lines.</a:t>
            </a:r>
          </a:p>
        </p:txBody>
      </p:sp>
      <p:pic>
        <p:nvPicPr>
          <p:cNvPr id="22" name="Picture 2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2BAB12D-95DA-074E-E257-5C03A0BFF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84" y="1966293"/>
            <a:ext cx="6360229" cy="4452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2AA21-8CD3-AE87-3779-BBB45E9A5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5D7C8-07CD-6103-A0CB-FA4BD794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340" y="3006586"/>
            <a:ext cx="5463701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Q2 – Cheapest Ticket per London Route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5DCD46-168B-96B7-718D-ACC3DF0E686D}"/>
              </a:ext>
            </a:extLst>
          </p:cNvPr>
          <p:cNvSpPr/>
          <p:nvPr/>
        </p:nvSpPr>
        <p:spPr>
          <a:xfrm>
            <a:off x="1000658" y="196123"/>
            <a:ext cx="7217477" cy="5086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 Q1 - All ticket costs from London Euston to Manchester Piccadilly</a:t>
            </a:r>
            <a:endParaRPr lang="en-CA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57888D2-E3B2-5A04-67CA-B52475F84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32" y="960215"/>
            <a:ext cx="8218135" cy="507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68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EE944-1B5E-0371-46A4-71A5490A9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CAFC-4DDA-7111-223A-DF4C49B78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340" y="3006586"/>
            <a:ext cx="5463701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Q2 – Cheapest Ticket per London Route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3B689D-D407-35E6-7A93-476608667621}"/>
              </a:ext>
            </a:extLst>
          </p:cNvPr>
          <p:cNvSpPr/>
          <p:nvPr/>
        </p:nvSpPr>
        <p:spPr>
          <a:xfrm>
            <a:off x="1000658" y="196123"/>
            <a:ext cx="7217477" cy="5086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 Q2 - Cheapest Ticket per London Route</a:t>
            </a:r>
            <a:endParaRPr lang="en-CA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69B74D-8B9E-E15A-61E1-914D0485C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85" y="1119117"/>
            <a:ext cx="8040030" cy="477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84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FF81-DBD9-B812-59F1-C835593E9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E1A2E-82E7-821B-7FE2-C211BAB0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340" y="3006586"/>
            <a:ext cx="5463701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Q2 – Cheapest Ticket per London Route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BC224FD-4E42-F38B-EDDC-F6AD85160978}"/>
              </a:ext>
            </a:extLst>
          </p:cNvPr>
          <p:cNvSpPr/>
          <p:nvPr/>
        </p:nvSpPr>
        <p:spPr>
          <a:xfrm>
            <a:off x="1000658" y="196123"/>
            <a:ext cx="7217477" cy="5086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Q3 – Daily Seat Capacity per Route</a:t>
            </a:r>
            <a:endParaRPr lang="en-CA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4D991C7-BFDE-4D3B-673E-3D98396E7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01" y="1119117"/>
            <a:ext cx="8198740" cy="473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81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1FD8-6F63-4A67-4ECC-23EDAE24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754A1-AF41-BD53-1E00-EF2E1FDCA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340" y="3006586"/>
            <a:ext cx="5463701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Q2 – Cheapest Ticket per London Route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4AB76FB-578A-2224-F9FF-4F2B1974129B}"/>
              </a:ext>
            </a:extLst>
          </p:cNvPr>
          <p:cNvSpPr/>
          <p:nvPr/>
        </p:nvSpPr>
        <p:spPr>
          <a:xfrm>
            <a:off x="1000658" y="196123"/>
            <a:ext cx="7217477" cy="5086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FFFFFF"/>
                </a:solidFill>
              </a:rPr>
              <a:t>Q4 – Fastest Journey Time per Route</a:t>
            </a:r>
            <a:endParaRPr lang="en-CA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BA2459-36BB-ACB4-8F24-55AEB217E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212" y="1242466"/>
            <a:ext cx="8007575" cy="4770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0785-0971-62C8-0569-9AFD93AF9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5485-9DC4-0A7C-837E-EC6B7D175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3340" y="3006586"/>
            <a:ext cx="5463701" cy="27322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Q2 – Cheapest Ticket per London Route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60806F0-097A-BB1D-D885-F73622D27095}"/>
              </a:ext>
            </a:extLst>
          </p:cNvPr>
          <p:cNvSpPr/>
          <p:nvPr/>
        </p:nvSpPr>
        <p:spPr>
          <a:xfrm>
            <a:off x="1000658" y="196123"/>
            <a:ext cx="7217477" cy="50867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Q5 – Average Cost by Ticket Level per Route</a:t>
            </a:r>
            <a:endParaRPr lang="en-CA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09298AE-25A4-F68F-9C7A-609E12A19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51" y="1119117"/>
            <a:ext cx="8128690" cy="477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87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CA" sz="3500" dirty="0">
                <a:solidFill>
                  <a:srgbClr val="FFFFFF"/>
                </a:solidFill>
              </a:rPr>
              <a:t>Summary &amp;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61B2ED-813E-161F-170F-FCD6F6DAB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8022753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151</Words>
  <Application>Microsoft Office PowerPoint</Application>
  <PresentationFormat>On-screen Show (4:3)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Virgin_Train_DB Project </vt:lpstr>
      <vt:lpstr>Entity Relationship Diagram</vt:lpstr>
      <vt:lpstr>Q2 – Cheapest Ticket per London Route</vt:lpstr>
      <vt:lpstr>Q2 – Cheapest Ticket per London Route</vt:lpstr>
      <vt:lpstr>Q2 – Cheapest Ticket per London Route</vt:lpstr>
      <vt:lpstr>Q2 – Cheapest Ticket per London Route</vt:lpstr>
      <vt:lpstr>Q2 – Cheapest Ticket per London Route</vt:lpstr>
      <vt:lpstr>Summary &amp;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Eddie Chongtham</cp:lastModifiedBy>
  <cp:revision>2</cp:revision>
  <dcterms:created xsi:type="dcterms:W3CDTF">2013-01-27T09:14:16Z</dcterms:created>
  <dcterms:modified xsi:type="dcterms:W3CDTF">2025-10-29T18:31:30Z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50cf1ce-8cdf-4ab4-bc8c-1b18f9d490a2_Enabled">
    <vt:lpwstr>true</vt:lpwstr>
  </property>
  <property fmtid="{D5CDD505-2E9C-101B-9397-08002B2CF9AE}" pid="3" name="MSIP_Label_d50cf1ce-8cdf-4ab4-bc8c-1b18f9d490a2_SetDate">
    <vt:lpwstr>2025-10-29T18:30:58Z</vt:lpwstr>
  </property>
  <property fmtid="{D5CDD505-2E9C-101B-9397-08002B2CF9AE}" pid="4" name="MSIP_Label_d50cf1ce-8cdf-4ab4-bc8c-1b18f9d490a2_Method">
    <vt:lpwstr>Standard</vt:lpwstr>
  </property>
  <property fmtid="{D5CDD505-2E9C-101B-9397-08002B2CF9AE}" pid="5" name="MSIP_Label_d50cf1ce-8cdf-4ab4-bc8c-1b18f9d490a2_Name">
    <vt:lpwstr>General</vt:lpwstr>
  </property>
  <property fmtid="{D5CDD505-2E9C-101B-9397-08002B2CF9AE}" pid="6" name="MSIP_Label_d50cf1ce-8cdf-4ab4-bc8c-1b18f9d490a2_SiteId">
    <vt:lpwstr>8f11c6f4-648e-4c0c-bb99-96e8408a8e2a</vt:lpwstr>
  </property>
  <property fmtid="{D5CDD505-2E9C-101B-9397-08002B2CF9AE}" pid="7" name="MSIP_Label_d50cf1ce-8cdf-4ab4-bc8c-1b18f9d490a2_ActionId">
    <vt:lpwstr>c1b1dd06-b744-433d-aecb-156936895d8e</vt:lpwstr>
  </property>
  <property fmtid="{D5CDD505-2E9C-101B-9397-08002B2CF9AE}" pid="8" name="MSIP_Label_d50cf1ce-8cdf-4ab4-bc8c-1b18f9d490a2_ContentBits">
    <vt:lpwstr>2</vt:lpwstr>
  </property>
  <property fmtid="{D5CDD505-2E9C-101B-9397-08002B2CF9AE}" pid="9" name="MSIP_Label_d50cf1ce-8cdf-4ab4-bc8c-1b18f9d490a2_Tag">
    <vt:lpwstr>10, 3, 0, 1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Classification: General</vt:lpwstr>
  </property>
</Properties>
</file>